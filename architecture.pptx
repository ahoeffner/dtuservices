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3"/>
    <p:restoredTop sz="94658"/>
  </p:normalViewPr>
  <p:slideViewPr>
    <p:cSldViewPr snapToGrid="0">
      <p:cViewPr varScale="1">
        <p:scale>
          <a:sx n="116" d="100"/>
          <a:sy n="116" d="100"/>
        </p:scale>
        <p:origin x="2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CDAE5-7DC5-54DB-5DA9-F3DD8689E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C5F58E-D88C-90E2-6095-24D35FB6D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2EEE-87AE-912A-C188-FE75CC3A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6CD2B-F5E3-D3F5-7D86-E04C6438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CEC6-6430-16D7-F534-EC3276EA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52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49150-F58B-F7DA-78AB-57383FADB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440F3-3F8A-E3B4-AEE5-7C39CA5DD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FF9B-D24F-32C4-B3DA-BA3A5F408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91C91-08C2-3C9A-BEE0-13BCE8DD8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9BD42-A7E2-C74F-B3D2-C89409327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75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0580E-CA87-DCCD-7649-4CC4D82F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331BD-FD2B-9B6F-F581-CEF8F58DB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327E6-0100-B434-CF1C-EAE9B0E99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3109E-9417-8E7B-4594-12CE86A6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8DB62-61FE-1D04-EBEA-9F776C5C7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34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56D1D-BB27-AE69-8702-F44C7EF93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148F4-8E5F-EE1F-FFA3-0B7BA73F7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2F48E-2A6A-538B-5306-0DCE4C64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AB6D4-520B-85C7-1323-48C1CC181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51F7D-09CD-139D-D449-74EBC5EA9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4B7BD6-8E29-4285-97AB-A5663223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80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26493-ED33-9B29-0EF3-C4AE83778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4D7B9-8D84-B46A-8763-E9E53AE7E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57550C-7FE6-BBF1-D5EE-C06B2AA14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9AD43-D015-4433-7992-9A4ACECEC0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737DE2-63F1-0A0E-4DD0-BE2EB51B9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4EAD5D-E42C-6CB8-3416-AE90B7B07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4E3F7C-453D-0121-4B73-CD2BE18B7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DCFA28-DD78-1E1C-02C9-39FB15386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87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428DB-2827-6ABE-9E57-93C9DF753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12895F-D3D5-76DC-6100-58B9DF32A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56BB7-2BF9-302D-3951-905597E7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446078-AE23-2846-3BAC-00CABA975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071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24540-27FA-B22D-15A5-5316974B7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BE03B1-518D-03C1-3F54-648A69D96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8C6AD-0CDC-D2AB-1B63-9833E683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053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B19F-F06F-FE7A-3CD7-E892AB2D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6A1F1-D66C-12DF-C509-B8F328299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0CD0A-5AF7-0670-89DE-C30F4F0F4E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FC012-B53D-560B-F53E-ED589F2A8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10E26-FA20-0223-2001-62240EABB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DC53D6-9A85-D231-EDB0-4CFFD25C6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009D8-FC99-0C03-54F3-6E4DC1B14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BDAEBD-6D22-FD1B-2E57-EABF5500E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B7B40-D6D2-C837-E192-285B4EDF1C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AAD95-6FCF-2DC6-874F-A562DE997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6411F4-B471-9FFA-F765-4EF152975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02AF0-5A20-4F28-C982-419F5A1B1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483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33F3-A40B-F176-FFC2-67BF83474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9F167C-B43D-A6A3-E87F-A939BF7AE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EFF5C-9010-C5DB-7EC7-80621103C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A6EF8B-074B-94A4-B24E-1AE82152B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49A987-F8F7-10C8-5C11-A017C792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536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AF7D8F-22E8-FB35-77BD-2B4D215531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2DE0F-41BB-5EAC-05D0-D8ADE1727A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517B4-4D87-CCCF-DE59-2B2212F23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5715F-E544-5FBA-CD26-49B31D58A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0124D-E92F-588C-D85C-1EF3C53AB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358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68808-87C9-7228-C558-8EB5637BF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C40541-D17A-6DE8-0028-EA06C42B5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B82F0-B92B-0676-8AC8-F782D8038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7AA481-AB4B-F748-BFA8-91E30705CA13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FC4F3-D94B-2381-D733-B38EBED041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CA999-E995-8FD9-E622-9AF1DB31A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85B750-BD8D-2244-9B85-62F5954AF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62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diagram of a cloud&#10;&#10;AI-generated content may be incorrect.">
            <a:extLst>
              <a:ext uri="{FF2B5EF4-FFF2-40B4-BE49-F238E27FC236}">
                <a16:creationId xmlns:a16="http://schemas.microsoft.com/office/drawing/2014/main" id="{468CBAE6-EB38-8D18-CF34-84058FA5D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43" y="407981"/>
            <a:ext cx="10755085" cy="586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68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Michael Cordoza Høffner</dc:creator>
  <cp:lastModifiedBy>Alex Michael Cordoza Høffner</cp:lastModifiedBy>
  <cp:revision>2</cp:revision>
  <dcterms:created xsi:type="dcterms:W3CDTF">2026-03-09T15:25:59Z</dcterms:created>
  <dcterms:modified xsi:type="dcterms:W3CDTF">2026-03-11T15:02:50Z</dcterms:modified>
</cp:coreProperties>
</file>