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58"/>
  </p:normalViewPr>
  <p:slideViewPr>
    <p:cSldViewPr snapToGrid="0" snapToObjects="1">
      <p:cViewPr varScale="1">
        <p:scale>
          <a:sx n="117" d="100"/>
          <a:sy n="117" d="100"/>
        </p:scale>
        <p:origin x="17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6660F-668D-CC44-B739-05A81FD54A16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0D8E5-8789-714A-96F2-FD576461A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1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D8E5-8789-714A-96F2-FD576461AC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6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/>
          <p:cNvSpPr/>
          <p:nvPr/>
        </p:nvSpPr>
        <p:spPr>
          <a:xfrm>
            <a:off x="1463040" y="1195845"/>
            <a:ext cx="5669280" cy="3566160"/>
          </a:xfrm>
          <a:prstGeom prst="cloud">
            <a:avLst/>
          </a:prstGeom>
          <a:solidFill>
            <a:srgbClr val="E1F0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1561605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t>Oracle Fusion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658885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t>DTUBasen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756165"/>
            <a:ext cx="1645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t>Student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883229"/>
            <a:ext cx="1347651" cy="20792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286000" y="2044931"/>
            <a:ext cx="914400" cy="437012"/>
          </a:xfrm>
          <a:prstGeom prst="rect">
            <a:avLst/>
          </a:prstGeom>
          <a:solidFill>
            <a:schemeClr val="bg1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8">
                <a:solidFill>
                  <a:srgbClr val="000000"/>
                </a:solidFill>
              </a:defRPr>
            </a:pPr>
            <a:r>
              <a:rPr dirty="0"/>
              <a:t>Employee 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683823"/>
            <a:ext cx="914400" cy="914400"/>
          </a:xfrm>
          <a:prstGeom prst="rect">
            <a:avLst/>
          </a:prstGeom>
          <a:solidFill>
            <a:schemeClr val="bg1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rPr dirty="0"/>
              <a:t>Employee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401290"/>
            <a:ext cx="914400" cy="914400"/>
          </a:xfrm>
          <a:prstGeom prst="rect">
            <a:avLst/>
          </a:prstGeom>
          <a:solidFill>
            <a:schemeClr val="bg1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rPr dirty="0" err="1"/>
              <a:t>Studen</a:t>
            </a:r>
            <a:r>
              <a:rPr lang="da-DK" dirty="0"/>
              <a:t>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480560" y="1378725"/>
            <a:ext cx="2194560" cy="3200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110245"/>
            <a:ext cx="1828800" cy="731520"/>
          </a:xfrm>
          <a:prstGeom prst="rect">
            <a:avLst/>
          </a:prstGeom>
          <a:solidFill>
            <a:schemeClr val="bg1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t>Employee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481845"/>
            <a:ext cx="1828800" cy="731520"/>
          </a:xfrm>
          <a:prstGeom prst="rect">
            <a:avLst/>
          </a:prstGeom>
          <a:solidFill>
            <a:schemeClr val="bg1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t>Student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110245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t>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3481845"/>
            <a:ext cx="18288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8">
                <a:solidFill>
                  <a:srgbClr val="000000"/>
                </a:solidFill>
              </a:defRPr>
            </a:pPr>
            <a:r>
              <a:t>Application 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</Words>
  <Application>Microsoft Macintosh PowerPoint</Application>
  <PresentationFormat>On-screen Show (4:3)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Michael Cordoza Høffner</cp:lastModifiedBy>
  <cp:revision>2</cp:revision>
  <dcterms:created xsi:type="dcterms:W3CDTF">2013-01-27T09:14:16Z</dcterms:created>
  <dcterms:modified xsi:type="dcterms:W3CDTF">2026-03-09T20:44:57Z</dcterms:modified>
  <cp:category/>
</cp:coreProperties>
</file>