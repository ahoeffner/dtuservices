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loud 1"/>
          <p:cNvSpPr/>
          <p:nvPr/>
        </p:nvSpPr>
        <p:spPr>
          <a:xfrm>
            <a:off x="1280160" y="91440"/>
            <a:ext cx="5852160" cy="3840480"/>
          </a:xfrm>
          <a:prstGeom prst="cloud">
            <a:avLst/>
          </a:prstGeom>
          <a:solidFill>
            <a:srgbClr val="E1F5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548640"/>
            <a:ext cx="1645920" cy="731520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008">
                <a:solidFill>
                  <a:srgbClr val="000000"/>
                </a:solidFill>
              </a:rPr>
              <a:t>Oracle Fusion apps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737360"/>
            <a:ext cx="1645920" cy="731520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008">
                <a:solidFill>
                  <a:srgbClr val="000000"/>
                </a:solidFill>
              </a:rPr>
              <a:t>DTUBasen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2926080"/>
            <a:ext cx="1645920" cy="731520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008">
                <a:solidFill>
                  <a:srgbClr val="000000"/>
                </a:solidFill>
              </a:rPr>
              <a:t>Student Source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274320"/>
            <a:ext cx="2377440" cy="3657600"/>
          </a:xfrm>
          <a:prstGeom prst="rect">
            <a:avLst/>
          </a:prstGeom>
          <a:solidFill>
            <a:srgbClr val="EBF0FF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2">
                <a:solidFill>
                  <a:srgbClr val="000000"/>
                </a:solidFill>
              </a:rPr>
              <a:t>Adapters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640080"/>
            <a:ext cx="2011680" cy="731520"/>
          </a:xfrm>
          <a:prstGeom prst="rect">
            <a:avLst/>
          </a:prstGeom>
          <a:solidFill>
            <a:srgbClr val="DCEB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008">
                <a:solidFill>
                  <a:srgbClr val="000000"/>
                </a:solidFill>
              </a:rPr>
              <a:t>Employee Adapter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1737360"/>
            <a:ext cx="2011680" cy="731520"/>
          </a:xfrm>
          <a:prstGeom prst="rect">
            <a:avLst/>
          </a:prstGeom>
          <a:solidFill>
            <a:srgbClr val="DCEB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008">
                <a:solidFill>
                  <a:srgbClr val="000000"/>
                </a:solidFill>
              </a:rPr>
              <a:t>Employee Adapter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2834640"/>
            <a:ext cx="2011680" cy="731520"/>
          </a:xfrm>
          <a:prstGeom prst="rect">
            <a:avLst/>
          </a:prstGeom>
          <a:solidFill>
            <a:srgbClr val="DCEB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008">
                <a:solidFill>
                  <a:srgbClr val="000000"/>
                </a:solidFill>
              </a:rPr>
              <a:t>Student Adapter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274320"/>
            <a:ext cx="2377440" cy="3657600"/>
          </a:xfrm>
          <a:prstGeom prst="rect">
            <a:avLst/>
          </a:prstGeom>
          <a:solidFill>
            <a:srgbClr val="EBF0FF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2">
                <a:solidFill>
                  <a:srgbClr val="000000"/>
                </a:solidFill>
              </a:rPr>
              <a:t>Services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097280"/>
            <a:ext cx="2011680" cy="731520"/>
          </a:xfrm>
          <a:prstGeom prst="rect">
            <a:avLst/>
          </a:prstGeom>
          <a:solidFill>
            <a:srgbClr val="C8DC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008">
                <a:solidFill>
                  <a:srgbClr val="000000"/>
                </a:solidFill>
              </a:rPr>
              <a:t>Employee Service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2468880"/>
            <a:ext cx="2011680" cy="731520"/>
          </a:xfrm>
          <a:prstGeom prst="rect">
            <a:avLst/>
          </a:prstGeom>
          <a:solidFill>
            <a:srgbClr val="C8DC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008">
                <a:solidFill>
                  <a:srgbClr val="000000"/>
                </a:solidFill>
              </a:rPr>
              <a:t>Student Service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1097280"/>
            <a:ext cx="2011680" cy="731520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008">
                <a:solidFill>
                  <a:srgbClr val="000000"/>
                </a:solidFill>
              </a:rPr>
              <a:t>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2468880"/>
            <a:ext cx="2011680" cy="731520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008">
                <a:solidFill>
                  <a:srgbClr val="000000"/>
                </a:solidFill>
              </a:rPr>
              <a:t>Application XXX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828800" y="914400.0"/>
            <a:ext cx="365760" cy="91440.0"/>
          </a:xfrm>
          <a:prstGeom prst="line">
            <a:avLst/>
          </a:prstGeom>
          <a:ln w="36576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828800" y="2103120.0"/>
            <a:ext cx="365760" cy="0.0"/>
          </a:xfrm>
          <a:prstGeom prst="line">
            <a:avLst/>
          </a:prstGeom>
          <a:ln w="36576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28800" y="3200400.0"/>
            <a:ext cx="365760" cy="91440.0"/>
          </a:xfrm>
          <a:prstGeom prst="line">
            <a:avLst/>
          </a:prstGeom>
          <a:ln w="36576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206240" y="1005840.0"/>
            <a:ext cx="457200" cy="457200.0"/>
          </a:xfrm>
          <a:prstGeom prst="line">
            <a:avLst/>
          </a:prstGeom>
          <a:ln w="36576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206240" y="1463040.0"/>
            <a:ext cx="457200" cy="640080.0"/>
          </a:xfrm>
          <a:prstGeom prst="line">
            <a:avLst/>
          </a:prstGeom>
          <a:ln w="36576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206240" y="2834640.0"/>
            <a:ext cx="457200" cy="365760.0"/>
          </a:xfrm>
          <a:prstGeom prst="line">
            <a:avLst/>
          </a:prstGeom>
          <a:ln w="36576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675120" y="1463040.0"/>
            <a:ext cx="457200" cy="0.0"/>
          </a:xfrm>
          <a:prstGeom prst="line">
            <a:avLst/>
          </a:prstGeom>
          <a:ln w="36576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675120" y="1463040.0"/>
            <a:ext cx="457200" cy="1371600.0"/>
          </a:xfrm>
          <a:prstGeom prst="line">
            <a:avLst/>
          </a:prstGeom>
          <a:ln w="36576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675120" y="2834640.0"/>
            <a:ext cx="457200" cy="0.0"/>
          </a:xfrm>
          <a:prstGeom prst="line">
            <a:avLst/>
          </a:prstGeom>
          <a:ln w="36576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